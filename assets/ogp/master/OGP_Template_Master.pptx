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1430000" cy="6000750"/>
  <p:notesSz cx="600075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template — do not export.
Steps:
1. Duplicate this slide
2. Change brand line
3. Change title
4. Change subtitle
5. Rename slide to page-key
6. Export as 1200 x 630 PNG
Rules:
- Do not edit generated PNGs directly
- Do not change background, logo, color, or margins on individual slides
- Make official design changes on the Slide Master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GP_MASTER">
    <p:bg>
      <p:bgPr>
        <a:solidFill>
          <a:srgbClr val="0D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fill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gradFill rotWithShape="1">
            <a:gsLst>
              <a:gs pos="0">
                <a:srgbClr val="0D1A10"/>
              </a:gs>
              <a:gs pos="60000">
                <a:srgbClr val="0A1208"/>
              </a:gs>
              <a:gs pos="100000">
                <a:srgbClr val="111A0E"/>
              </a:gs>
            </a:gsLst>
            <a:lin ang="2700000" scaled="1"/>
          </a:gradFill>
          <a:ln/>
        </p:spPr>
      </p:sp>
      <p:sp>
        <p:nvSpPr>
          <p:cNvPr id="3" name="bg-bloom"/>
          <p:cNvSpPr/>
          <p:nvPr/>
        </p:nvSpPr>
        <p:spPr>
          <a:xfrm>
            <a:off x="594360" y="765810"/>
            <a:ext cx="5669280" cy="5669280"/>
          </a:xfrm>
          <a:prstGeom prst="ellipse">
            <a:avLst/>
          </a:prstGeom>
          <a:gradFill>
            <a:gsLst>
              <a:gs pos="0">
                <a:srgbClr val="3C6432">
                  <a:alpha val="30000"/>
                </a:srgbClr>
              </a:gs>
              <a:gs pos="100000">
                <a:srgbClr val="3C643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logo-left"/>
          <p:cNvSpPr/>
          <p:nvPr/>
        </p:nvSpPr>
        <p:spPr>
          <a:xfrm>
            <a:off x="5385816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5" name="logo-right"/>
          <p:cNvSpPr/>
          <p:nvPr/>
        </p:nvSpPr>
        <p:spPr>
          <a:xfrm>
            <a:off x="5641848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6" name="wordmark-b8e"/>
          <p:cNvSpPr/>
          <p:nvPr/>
        </p:nvSpPr>
        <p:spPr>
          <a:xfrm>
            <a:off x="0" y="1248156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050" dirty="0"/>
          </a:p>
        </p:txBody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BRAND LINE</a:t>
            </a: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Page Title</a:t>
            </a:r>
            <a:endParaRPr lang="en-US" sz="6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Subcopy</a:t>
            </a:r>
            <a:endParaRPr lang="en-US" sz="22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mplate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BRAND OGP SYSTEM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Philosophy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静けさ　・　余白　・　自然　・　信頼　・　調和</a:t>
            </a:r>
            <a:endParaRPr lang="en-US" sz="2250" dirty="0"/>
          </a:p>
        </p:txBody>
      </p:sp>
      <p:sp>
        <p:nvSpPr>
          <p:cNvPr id="9" name="Export Notice"/>
          <p:cNvSpPr/>
          <p:nvPr/>
        </p:nvSpPr>
        <p:spPr>
          <a:xfrm>
            <a:off x="34290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50" b="1" dirty="0">
                <a:solidFill>
                  <a:srgbClr val="C9A88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 NOT EXPORT — HOW TO USE</a:t>
            </a:r>
          </a:p>
        </p:txBody>
      </p:sp>
      <p:sp>
        <p:nvSpPr>
          <p:cNvPr id="5" name="Manual Steps"/>
          <p:cNvSpPr/>
          <p:nvPr/>
        </p:nvSpPr>
        <p:spPr>
          <a:xfrm>
            <a:off x="3429000" y="470000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1.  Duplicate this slide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  Change brand line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3.  Change 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  Change subtitle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5.  Rename slide to page-key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6.  Export as 1200 × 630 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変容には、外側と内側がある。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About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一人の問いが、場所になった。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adem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外側が変わるほど、自分の中心が大切になる。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実践の形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 と Premium、二つの関わり方。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共に育つ場所です。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一人ひとりの人生全体を、6か月かけて整える。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無料ガイドセッション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今の自分の言葉で、話してみる。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参加方法を選ぶ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あなたに合う入口から、静かに。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人生再起動ガイド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人生再起動の、入口へ。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2026-07-11T23:33:03Z</dcterms:created>
  <dcterms:modified xsi:type="dcterms:W3CDTF">2026-07-11T23:33:03Z</dcterms:modified>
</cp:coreProperties>
</file>