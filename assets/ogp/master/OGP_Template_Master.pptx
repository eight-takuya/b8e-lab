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notesMasterIdLst>
    <p:notesMasterId r:id="rId12"/>
  </p:notesMasterIdLst>
  <p:sldSz cx="11430000" cy="6000750"/>
  <p:notesSz cx="600075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 template — do not export.
Steps:
1. Duplicate this slide
2. Change brand line
3. Change title
4. Change subtitle
5. Rename slide to page-key
6. Export as 1200 x 630 PNG
Rules:
- Do not edit generated PNGs directly
- Do not change background, logo, color, or margins on individual slides
- Make official design changes on the Slide Master only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GP_MASTER">
    <p:bg>
      <p:bgPr>
        <a:solidFill>
          <a:srgbClr val="0D1A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-fill"/>
          <p:cNvSpPr/>
          <p:nvPr/>
        </p:nvSpPr>
        <p:spPr>
          <a:xfrm>
            <a:off x="0" y="0"/>
            <a:ext cx="11430000" cy="6000750"/>
          </a:xfrm>
          <a:prstGeom prst="rect">
            <a:avLst/>
          </a:prstGeom>
          <a:gradFill rotWithShape="1">
            <a:gsLst>
              <a:gs pos="0">
                <a:srgbClr val="0D1A10"/>
              </a:gs>
              <a:gs pos="60000">
                <a:srgbClr val="0A1208"/>
              </a:gs>
              <a:gs pos="100000">
                <a:srgbClr val="111A0E"/>
              </a:gs>
            </a:gsLst>
            <a:lin ang="2700000" scaled="1"/>
          </a:gradFill>
          <a:ln/>
        </p:spPr>
      </p:sp>
      <p:sp>
        <p:nvSpPr>
          <p:cNvPr id="3" name="bg-bloom"/>
          <p:cNvSpPr/>
          <p:nvPr/>
        </p:nvSpPr>
        <p:spPr>
          <a:xfrm>
            <a:off x="594360" y="765810"/>
            <a:ext cx="5669280" cy="5669280"/>
          </a:xfrm>
          <a:prstGeom prst="ellipse">
            <a:avLst/>
          </a:prstGeom>
          <a:gradFill>
            <a:gsLst>
              <a:gs pos="0">
                <a:srgbClr val="3C6432">
                  <a:alpha val="30000"/>
                </a:srgbClr>
              </a:gs>
              <a:gs pos="100000">
                <a:srgbClr val="3C643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logo-left"/>
          <p:cNvSpPr/>
          <p:nvPr/>
        </p:nvSpPr>
        <p:spPr>
          <a:xfrm>
            <a:off x="5385816" y="868680"/>
            <a:ext cx="402336" cy="265176"/>
          </a:xfrm>
          <a:prstGeom prst="ellipse">
            <a:avLst/>
          </a:prstGeom>
          <a:ln w="12700">
            <a:solidFill>
              <a:srgbClr val="C9A882"/>
            </a:solidFill>
            <a:prstDash val="solid"/>
          </a:ln>
        </p:spPr>
      </p:sp>
      <p:sp>
        <p:nvSpPr>
          <p:cNvPr id="5" name="logo-right"/>
          <p:cNvSpPr/>
          <p:nvPr/>
        </p:nvSpPr>
        <p:spPr>
          <a:xfrm>
            <a:off x="5641848" y="868680"/>
            <a:ext cx="402336" cy="265176"/>
          </a:xfrm>
          <a:prstGeom prst="ellipse">
            <a:avLst/>
          </a:prstGeom>
          <a:ln w="12700">
            <a:solidFill>
              <a:srgbClr val="C9A882"/>
            </a:solidFill>
            <a:prstDash val="solid"/>
          </a:ln>
        </p:spPr>
      </p:sp>
      <p:sp>
        <p:nvSpPr>
          <p:cNvPr id="6" name="wordmark-b8e"/>
          <p:cNvSpPr/>
          <p:nvPr/>
        </p:nvSpPr>
        <p:spPr>
          <a:xfrm>
            <a:off x="0" y="1248156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3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B8E</a:t>
            </a:r>
            <a:endParaRPr lang="en-US" sz="1050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BRAND LINE</a:t>
            </a:r>
            <a:endParaRPr lang="en-US" sz="1200" dirty="0"/>
          </a:p>
        </p:txBody>
      </p:sp>
      <p:sp>
        <p:nvSpPr>
          <p:cNvPr id="8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Page Title</a:t>
            </a:r>
            <a:endParaRPr lang="en-US" sz="66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Subcopy</a:t>
            </a:r>
            <a:endParaRPr lang="en-US" sz="225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mplate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BRAND OGP SYSTEM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Philosophy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静けさ　・　余白　・　自然　・　信頼　・　調和</a:t>
            </a:r>
            <a:endParaRPr lang="en-US" sz="2250" dirty="0"/>
          </a:p>
        </p:txBody>
      </p:sp>
      <p:sp>
        <p:nvSpPr>
          <p:cNvPr id="9" name="Export Notice"/>
          <p:cNvSpPr/>
          <p:nvPr/>
        </p:nvSpPr>
        <p:spPr>
          <a:xfrm>
            <a:off x="342900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spc="150" b="1" dirty="0">
                <a:solidFill>
                  <a:srgbClr val="C9A8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 NOT EXPORT — HOW TO USE</a:t>
            </a:r>
          </a:p>
        </p:txBody>
      </p:sp>
      <p:sp>
        <p:nvSpPr>
          <p:cNvPr id="5" name="Manual Steps"/>
          <p:cNvSpPr/>
          <p:nvPr/>
        </p:nvSpPr>
        <p:spPr>
          <a:xfrm>
            <a:off x="3429000" y="470000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 Duplicate this slide</a:t>
            </a:r>
          </a:p>
          <a:p>
            <a:pPr algn="l" indent="0" marL="0">
              <a:buNone/>
            </a:pPr>
            <a:r>
              <a:rPr lang="en-US" sz="1100" spc="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 Change brand line</a:t>
            </a:r>
          </a:p>
          <a:p>
            <a:pPr algn="l" indent="0" marL="0">
              <a:buNone/>
            </a:pPr>
            <a:r>
              <a:rPr lang="en-US" sz="1100" spc="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 Change title</a:t>
            </a:r>
          </a:p>
          <a:p>
            <a:pPr algn="l" indent="0" marL="0">
              <a:buNone/>
            </a:pPr>
            <a:r>
              <a:rPr lang="en-US" sz="1100" spc="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  Change subtitle</a:t>
            </a:r>
          </a:p>
          <a:p>
            <a:pPr algn="l" indent="0" marL="0">
              <a:buNone/>
            </a:pPr>
            <a:r>
              <a:rPr lang="en-US" sz="1100" spc="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5.  Rename slide to page-key</a:t>
            </a:r>
          </a:p>
          <a:p>
            <a:pPr algn="l" indent="0" marL="0">
              <a:buNone/>
            </a:pPr>
            <a:r>
              <a:rPr lang="en-US" sz="1100" spc="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6.  Export as 1200 × 630 PNG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B8E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B8E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変容には、外側と内側がある。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B8E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About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テクノロジーも、身体も、心も。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adem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外側が変わるほど、自分の中心が大切になる。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実践の形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三つの入口から、今の自分に合う形で。</a:t>
            </a:r>
            <a:endParaRPr lang="en-US" sz="2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m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Community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共に育つ場所です。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m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Premium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一人ひとりの人生全体を、6か月かけて整える。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es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無料ガイドセッション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今の自分の言葉で、話してみる。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参加方法を選ぶ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あなたに合う入口から、静かに。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br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人生再起動ガイド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人生再起動の、入口へ。</a:t>
            </a:r>
            <a:endParaRPr lang="en-US" sz="2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mun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Community に参加する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共に育つ場へ。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m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Premium 伴走を始める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個別の伴走を、始める。</a:t>
            </a:r>
            <a:endParaRPr lang="en-US" sz="2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m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ACADEMY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オーナープログラム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自分がオーナーとなり、AIと一緒に事業の仕組みをつくる。</a:t>
            </a:r>
            <a:endParaRPr lang="en-US" sz="2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home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自分そのものから、人生と仕事を生きていく。</a:t>
            </a:r>
            <a:endParaRPr lang="en-US" sz="2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guide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Guide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今、気になっていることを話してみたい人へ。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3-weeks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 Weeks Tuning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「気になる」や「悩み」から、</a:t>
            </a:r>
            <a:br/>
            <a:endParaRPr lang="en-US" sz="2250" dirty="0"/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3週間かけて自分そのものに気づいていく人へ。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community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Community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人とつながりながら、</a:t>
            </a:r>
            <a:br/>
            <a:endParaRPr lang="en-US" sz="2250" dirty="0"/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日々の中で自分に気づき続けていける人へ。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my-life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My Life, My Way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自分の気持ちや望みに気づきながら、</a:t>
            </a:r>
            <a:br/>
            <a:endParaRPr lang="en-US" sz="2250" dirty="0"/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自分の人生を、自分で選んで生きていく人へ。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project-creation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Project Creation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プロジェクトを推進できる人になる。</a:t>
            </a:r>
            <a:endParaRPr lang="en-US" sz="2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dreamin-spiral-business-creation">
    <p:spTree>
      <p:nvGrpSpPr>
        <p:cNvPr id="1" name=""/>
        <p:cNvGrpSpPr/>
        <p:nvPr/>
      </p:nvGrpSpPr>
      <p:grpSpPr/>
      <p:sp>
        <p:nvSpPr>
          <p:cNvPr id="2" name="Text 5"/>
          <p:cNvSpPr/>
          <p:nvPr>
            <p:ph idx="105" type="body" hasCustomPrompt="1"/>
          </p:nvPr>
        </p:nvSpPr>
        <p:spPr>
          <a:xfrm>
            <a:off x="857250" y="1677924"/>
            <a:ext cx="97155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50" kern="0" dirty="0">
                <a:solidFill>
                  <a:srgbClr val="C0B8A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DREAMIN' SPIRAL 🌱</a:t>
            </a:r>
            <a:endParaRPr lang="en-US" sz="1200" dirty="0"/>
          </a:p>
        </p:txBody>
      </p:sp>
      <p:sp>
        <p:nvSpPr>
          <p:cNvPr id="3" name="Text 5"/>
          <p:cNvSpPr/>
          <p:nvPr>
            <p:ph idx="106" type="title" hasCustomPrompt="1"/>
          </p:nvPr>
        </p:nvSpPr>
        <p:spPr>
          <a:xfrm>
            <a:off x="857250" y="2467356"/>
            <a:ext cx="97155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dirty="0">
                <a:solidFill>
                  <a:srgbClr val="F7F6F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Business Creation</a:t>
            </a:r>
            <a:endParaRPr lang="en-US" sz="66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857250" y="3732276"/>
            <a:ext cx="9715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自分の経験や想いを、Businessとして形にし、</a:t>
            </a:r>
            <a:br/>
            <a:endParaRPr lang="en-US" sz="2250" dirty="0"/>
            <a:r>
              <a:rPr lang="en-US" sz="2250" dirty="0">
                <a:solidFill>
                  <a:srgbClr val="A8A49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実際に届けながら育てていく人へ。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2026-07-11T23:33:03Z</dcterms:created>
  <dcterms:modified xsi:type="dcterms:W3CDTF">2026-07-11T23:33:03Z</dcterms:modified>
</cp:coreProperties>
</file>